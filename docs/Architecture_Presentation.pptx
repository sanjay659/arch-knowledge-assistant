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6809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58A6FF"/>
                </a:solidFill>
              </a:defRPr>
            </a:pPr>
            <a:r>
              <a:rPr dirty="0"/>
              <a:t>Architecture Knowledge Assistant</a:t>
            </a:r>
          </a:p>
          <a:p>
            <a:pPr algn="ctr">
              <a:defRPr sz="2200">
                <a:solidFill>
                  <a:srgbClr val="DCE1EB"/>
                </a:solidFill>
              </a:defRPr>
            </a:pPr>
            <a:r>
              <a:rPr dirty="0"/>
              <a:t>Complete System Architecture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Phase 1 → Phase 2 → Phase </a:t>
            </a:r>
            <a:r>
              <a:rPr dirty="0"/>
              <a:t>3 Evolution</a:t>
            </a:r>
          </a:p>
          <a:p>
            <a:br>
              <a:rPr dirty="0"/>
            </a:br>
            <a:r>
              <a:rPr dirty="0"/>
              <a:t>Architecture Team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The Evolution Story — Three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Phase 1: FOUNDATION — "Can we build a RAG system?"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Full RAG pipeline: Scan → Extract → Chunk → Embed → Retrieve → Generate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ChromaDB (local vector store), semantic search only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12 Python modules, 89 chunks indexed, FastAPI + Streamlit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Cost: ~₹8K-11K/month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Phase 2: ENTERPRISE — "Can we make it production-ready?"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Azure AI Search (hybrid: vector + BM25 keyword search)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Streaming responses (word-by-word), response caching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Feature flags (switch Phase 1 ↔ 2 in .env)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Azure Document Intelligence ready (OCR for diagrams)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Cost: ~₹15K-18K/month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Phase 3: INTELLIGENT — "Can it think and plan?"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Agentic RAG with OpenAI function calling (tool-use)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Multi-model routing: Nano (simple) / Mini (standard) / Full (complex)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Multi-hop retrieval: per-client searches, cross-client reasoning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Self-correction: broadens search when initial results are insufficient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✅ Cost: ~₹700/month with model routing (93% less than Full for simple queries)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1 — Foundation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A0AAB9"/>
                </a:solidFill>
              </a:defRPr>
            </a:pPr>
            <a:r>
              <a:t>ChromaDB + Semantic Search + Fixed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What we built: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Document ingestion: PPT/PDF/DOCX → text extraction → preprocessing → chunking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Vector storage: ChromaDB (local, 89 chunks, 1536-dim embeddings)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Retrieval: Semantic search only (cosine similarity, top-K=8)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Generation: GPT-4.1 with grounding prompt + citations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Intent detection: comparison, explanation, specific, listing, general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Client auto-detection: folder name = client name (automatic metadata)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API: FastAPI with 5 endpoints (/health, /ingest, /query, /stats, /clients)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UI: Streamlit chat interface with sources panel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Key numbers: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4 clients, 72 slides, 89 chunks indexed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8 section types detected automatically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Answers include [Source: file.pptx, Slide X] citations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Evaluation framework: 10 golden Q&amp;A pairs, 70% quality 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1 Architecture — Low-Level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A0AAB9"/>
                </a:solidFill>
              </a:defRPr>
            </a:pPr>
            <a:r>
              <a:t>[ INSERT PHASE 1 LLD DIAGRAM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CE1EB"/>
                </a:solidFill>
              </a:defRPr>
            </a:pPr>
            <a:r>
              <a:t>→ Save the Phase 1 LLD image and insert it here (Delete this text after inserting)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2DD43-D0AB-38E1-37A6-AE89FF01E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" y="764177"/>
            <a:ext cx="8866415" cy="59109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2 — Enterprise RAG (Azure-Native)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A0AAB9"/>
                </a:solidFill>
              </a:defRPr>
            </a:pPr>
            <a:r>
              <a:t>Hybrid Search + Streaming + Caching + Feature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What changed from Phase 1: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Search (the biggest improvement):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ChromaDB (vector only) → Azure AI Search (vector + BM25 keyword + score fusion)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"account number 556008695729" → now found via BM25 exact match!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Comparison retrieval: 3+3 chunks → 4+4 chunks (more context)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New capabilities: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Streaming responses: words appear one-by-one (SSE via /query/stream)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Response caching: repeat queries return instantly (in-memory, 1hr TTL)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Feature flags: USE_AZURE_SEARCH, USE_DOC_INTELLIGENCE (switch in .env)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Azure Document Intelligence: ready but OFF (reserved for live demo)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What stayed the same: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Same ingestion pipeline (scan → extract → chunk → embed)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Same generation (GPT-4.1 + system prompt + citations)</a:t>
            </a:r>
          </a:p>
          <a:p>
            <a:pPr>
              <a:spcAft>
                <a:spcPts val="400"/>
              </a:spcAft>
              <a:defRPr sz="1200">
                <a:solidFill>
                  <a:srgbClr val="DCE1EB"/>
                </a:solidFill>
              </a:defRPr>
            </a:pPr>
            <a:r>
              <a:t>  • Same UI (Streamlit) — but now with streaming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2 Architecture — Low-Level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A0AAB9"/>
                </a:solidFill>
              </a:defRPr>
            </a:pPr>
            <a:r>
              <a:rPr dirty="0"/>
              <a:t>[ INSERT PHASE 2 LLD DIAGRAM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CE1EB"/>
                </a:solidFill>
              </a:defRPr>
            </a:pPr>
            <a:r>
              <a:t>→ Save the Phase 2 LLD image and insert it here (Delete this text after inserting)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D7891-C609-BFA1-D69B-74EEC29E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7" y="685800"/>
            <a:ext cx="8735786" cy="5823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1 vs Phase 2 — What Changed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Vector Store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ChromaDB (local)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AI Search (cloud)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Managed, scalable, hybrid search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Search Type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Semantic only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Hybrid (vector + BM25 + fusion)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Finds exact terms + meaning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Reranking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Available on Basic tier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 precision on top results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 (full response at once)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Yes (word-by-word SSE)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User sees first words in 1s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Caching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In-memory (1hr TTL, 200 max)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Repeat queries: instant + free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Doc Extraction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python-pptx only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python-pptx OR Azure Doc Intelligence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OCR reads diagram text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Config Switch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Hardcoded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Feature flags in .env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Switch Phase 1↔2 without code change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API Endpoints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6 (added /query/stream)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Streaming support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~₹8K-11K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~₹15K-18K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Azure AI Search adds ₹7K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3 — Agentic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A0AAB9"/>
                </a:solidFill>
              </a:defRPr>
            </a:pPr>
            <a:r>
              <a:t>Intelligent Agent that Thinks, Plans, Acts, and Answers using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What's new — the agent DECIDES what to do: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Agent Loop (Think → Act → Observe → Repeat):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LLM reads question → decides which tools to call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Executes tools (search, list clients, get stats)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Reads results → decides if more info needed → calls more tools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When satisfied → generates comprehensive answer with citations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Multi-Model Routing: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Simple queries ("How is DataStories hosted?") → GPT-4.1 Mini ($0.001)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Complex queries ("Compare budgets across all clients") → GPT-4.1 Full ($0.014)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Classification tasks → GPT-4.1 Nano ($0.0002)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Average 80% cost reduction on simple queries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Self-Correction: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Agent searches with section_type="budget" → 0 results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Agent adapts: removes filter, searches broader → finds results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Phase 1-2 would just return "no information found"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Real results: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Simple query: 1 tool call, 1 iteration, Mini model, 10.7s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Budget comparison: 4 tool calls, 2 iterations, Full model, 15.2s</a:t>
            </a:r>
          </a:p>
          <a:p>
            <a:pPr>
              <a:spcAft>
                <a:spcPts val="400"/>
              </a:spcAft>
              <a:defRPr sz="1100">
                <a:solidFill>
                  <a:srgbClr val="DCE1EB"/>
                </a:solidFill>
              </a:defRPr>
            </a:pPr>
            <a:r>
              <a:t>  • Cross-client AWS: 7 tool calls, 5 iterations, Full model, 19.3s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Phase 3 Architecture — Low-Level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A0AAB9"/>
                </a:solidFill>
              </a:defRPr>
            </a:pPr>
            <a:r>
              <a:rPr dirty="0"/>
              <a:t>[ INSERT PHASE 3 LLD DIAGRAM HERE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DCE1EB"/>
                </a:solidFill>
              </a:defRPr>
            </a:pPr>
            <a:r>
              <a:t>→ Save the Phase 3 LLD image and insert it here (Delete this text after inserting)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68D03-E217-8237-82A3-28C80B7C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" y="733697"/>
            <a:ext cx="8850086" cy="59000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The Complete Journey — By The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59536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Search Type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Semantic only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Hybrid (vector+BM25)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Hybrid + agent-chosen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LLM Models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GPT-4.1 (all queries)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GPT-4.1 (all queries)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Mini/Full/Nano (routed)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Tool Calls/Query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0 (fixed pipeline)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0 (fixed pipeline)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1-21 (dynamic)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Iterations/Query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 (always)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 (always)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1-6 (adaptive)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Self-Correction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Broadens search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Cross-Client Query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Limited (1 search)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Better (hybrid)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Per-client searches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Word-by-word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Word-by-word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Caching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In-memory (1hr)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In-memory (1hr)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Simple Query Cost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$0.014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$0.014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$0.001 (93% less)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Exact Term Search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Misses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BM25 finds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BM25 finds</a:t>
                      </a:r>
                    </a:p>
                  </a:txBody>
                  <a:tcPr>
                    <a:solidFill>
                      <a:srgbClr val="23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Feature Flags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Switch in .env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DCE1EB"/>
                          </a:solidFill>
                        </a:defRPr>
                      </a:pPr>
                      <a:r>
                        <a:t>✅ Switch in .env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58A6FF"/>
                </a:solidFill>
              </a:defRPr>
            </a:pPr>
            <a:r>
              <a:t>Thank You</a:t>
            </a:r>
          </a:p>
          <a:p>
            <a:br/>
            <a:r>
              <a:t>Questions &amp; Discussion</a:t>
            </a:r>
          </a:p>
          <a:p>
            <a:br/>
            <a:br/>
            <a:r>
              <a:t>3 Phases | 89 Chunks | 4 Clients | Hybrid Search | Agentic RAG</a:t>
            </a:r>
          </a:p>
          <a:p>
            <a:br/>
            <a:r>
              <a:t>Architecture Team | June 2026</a:t>
            </a:r>
          </a:p>
          <a:p>
            <a:br/>
            <a:r>
              <a:t>"The best way to learn RAG is to build RAG."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1308</Words>
  <Application>Microsoft Office PowerPoint</Application>
  <PresentationFormat>On-screen Show (4:3)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Thakur, Sanjay</cp:lastModifiedBy>
  <cp:revision>2</cp:revision>
  <dcterms:created xsi:type="dcterms:W3CDTF">2013-01-27T09:14:16Z</dcterms:created>
  <dcterms:modified xsi:type="dcterms:W3CDTF">2026-06-04T15:02:51Z</dcterms:modified>
  <cp:category/>
</cp:coreProperties>
</file>